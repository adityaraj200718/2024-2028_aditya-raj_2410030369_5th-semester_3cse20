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assets/itsfol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658368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</a:t>
            </a:r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.tech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828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INTERNSHIP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94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&amp; AI Integration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611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6-Week Professional Internship Presentation Report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DURATION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18 – July 31, 2026 (6 Weeks)  •  Remote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86868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Raj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2410030369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(CSE)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50749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3B82F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5230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ORGANIZATION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5486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5779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resume to portfolio —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1928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03120"/>
            <a:ext cx="4572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281928" y="2103120"/>
            <a:ext cx="4572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RAJ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2410030369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(Computer Science &amp; Engineering)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2026-2027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Profile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Intern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 (June 18 – July 31, 2026)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Mode: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Internship &amp; LOR on completion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Profile: itsfolio.tech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 AI-powered platform that turns resumes into hosted, recruiter-ready portfolio websites in seconds, built around the vision </a:t>
            </a:r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resume to portfolio — instantly".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971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Product: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Mr. Ashish Umrao; interns collaborate directly with the founder on product, backend, and AI-integration tasks.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23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Core: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parses an uploaded resume and generates a polished, hosted personal portfolio website within seconds.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029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Environment: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fast-shipping, early-stage startup offering exposure to the full lifecycle — from code to ship to user feedback.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pic>
        <p:nvPicPr>
          <p:cNvPr id="12" name="Image 0" descr="assets/itsfol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1828800"/>
            <a:ext cx="694944" cy="6949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494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first two months since launch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31546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69480" y="322783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32278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866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418795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418795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086600" y="50749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269480" y="514807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514807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 Generated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1928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45720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81928" y="1828800"/>
            <a:ext cx="45720" cy="3566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Challenge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early-career professionals struggle to present their skills effectively to recruiters. Almost everyone has a resume, but very few have a personal portfolio website — building one traditionally demands design skill, web development knowledge, hosting setup, and significant time.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434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resume sitting as a static PDF provides far less recruiter impact than a live, polished, shareable portfolio website.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Internship Scope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to the live itsfolio.tech platform as a software developer: hands-on development on the Next.js/React codebase, shipping real features to real users, and strengthening the backend and AI pipeline.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3434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Collaborating directly with the founder on product, backend, and AI-integration tasks in a fast-moving startup environment.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Internship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real, user-facing features on the live Next.js/React platform — components, portfolio templates, and responsive UI improvements.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273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improve Next.js API routes and server-side logic powering the resume upload and portfolio generation pipeline.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LLM-powered resume parsing and portfolio content generation — prompt design, structured outputs, and quality improvements.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88552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Lifecycle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full lifecycle of a growing startup — from code to ship to user feedback — with founder-level collaboration.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Development Toolchain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/ TypeScript, HTML, CSS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Responsive, utility-first styling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4136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273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routes, RESTful services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&amp; file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GenAI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 for resume parsing &amp; content generation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engineering, structured outputs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8552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Workflow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GitHub, code reviews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 for the live app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updates, agile shipping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5819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Next.js/React web app where users upload resumes and manage their hosted portfolio.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40487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and server-side logic handling uploads and generation requests.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227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 that parse resumes and generate polished portfolio content.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40507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023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and storage for accounts, resume data, and portfolio configurations.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8737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46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Delivery: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 serving each portfolio as a fast, public, recruiter-ready site.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56967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669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on visitors and generation that drive product iteration.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105156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1051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•  Web Browser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6184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947672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19476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React Frontend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514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84378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28437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(Node.js)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4107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3739896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0880" y="37398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Resume Parsing &amp; Generation (LLM)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3068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4636008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40880" y="46360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Storage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52029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553212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0" y="5532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Portfolio Sites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Timeline (Weeks 1 to 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3913632"/>
            <a:ext cx="11055096" cy="457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5" name="Shape 3"/>
          <p:cNvSpPr/>
          <p:nvPr/>
        </p:nvSpPr>
        <p:spPr>
          <a:xfrm>
            <a:off x="242773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Codebase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roadmap, dev environment setup, Next.js/React codebase walkthrough, Git workflow.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677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Features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243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components, portfolio templates, responsive UI polish shipped to the live platform.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581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routes, resume upload &amp; processing pipeline, data modelling and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Timeline (Weeks 4 to 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3913632"/>
            <a:ext cx="11055096" cy="457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5" name="Shape 3"/>
          <p:cNvSpPr/>
          <p:nvPr/>
        </p:nvSpPr>
        <p:spPr>
          <a:xfrm>
            <a:off x="242773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resume parsing &amp; content generation, prompt design, structured outputs.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677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243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fixes, feature testing, deployment workflow, performance &amp; SEO optimization.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581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Delivery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iteration, analytics, documentation, and final handover with async updates.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Work &amp; Demonstrated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664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Feature Development: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hands-on development work on the live Next.js/React platform — real features delivered to real users.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53288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14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Pipeline Engineering: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improved API routes and server-side logic powering the resume-to-portfolio generation flow.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0156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83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Generation: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LLM-based resume parsing and portfolio content generation, improving quality and reliability.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27024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51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Founder-Level Collaboration: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 directly with the founder on product, backend, and AI-integration tasks.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513892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20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&amp; Communication: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15–20 hours/week commitment with proactive, asynchronous progress updates and end-to-end ownership.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Details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Record / Offer Details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Internship Title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 Internship —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 Intern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Organization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itsfolio.tech — AI-powered resume-to-portfolio platform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Issued By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Mr. Ashish Umrao, Founder,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&amp; Mode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18 – July 31, 2026 (6 Weeks) • Remote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Compensation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of Internship &amp; Letter of Recommendation on completion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Contact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hello@itsfolio.tech  | 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Offer Letter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assets/offer_letter_aditya_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3045" y="1417320"/>
            <a:ext cx="5842861" cy="4572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4A3B8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630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651760" y="3291840"/>
            <a:ext cx="6885432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17520" y="3611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Raj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2410030369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3657600"/>
            <a:ext cx="10973" cy="10058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&amp; Engineering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2026-08-27T12:25:05Z</dcterms:created>
  <dcterms:modified xsi:type="dcterms:W3CDTF">2026-08-27T12:25:05Z</dcterms:modified>
</cp:coreProperties>
</file>